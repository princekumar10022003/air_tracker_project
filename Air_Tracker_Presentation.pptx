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457200"/>
            <a:ext cx="4114800" cy="4114800"/>
          </a:xfrm>
          <a:prstGeom prst="ellipse">
            <a:avLst/>
          </a:prstGeom>
          <a:solidFill>
            <a:srgbClr val="1A3570">
              <a:alpha val="70000"/>
            </a:srgbClr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"/>
            <a:ext cx="2926080" cy="2926080"/>
          </a:xfrm>
          <a:prstGeom prst="ellipse">
            <a:avLst/>
          </a:prstGeom>
          <a:solidFill>
            <a:srgbClr val="1D4ED8">
              <a:alpha val="5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0" y="7315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>
                    <a:alpha val="80000"/>
                  </a:srgbClr>
                </a:solidFill>
              </a:rPr>
              <a:t>✈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TRACKER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Management &amp; Analytics Dashboard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0972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17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data project built with MySQL, Python &amp; Streamlit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1A56DB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06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MySQL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21408" y="420624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1A56DB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4206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Streamlit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85616" y="420624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1A56DB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4206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Plotly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9824" y="420624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1A56DB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9824" y="4206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14032" y="4206240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1A56DB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4206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SQLAlchemy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3B82F6"/>
                </a:solidFill>
              </a:rPr>
              <a:t>✈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0" y="411480"/>
            <a:ext cx="64008" cy="9601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023360" y="475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7955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MySQL schema with 5 tables: airports, aircraft, flights, delays and more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527048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27048"/>
            <a:ext cx="64008" cy="9601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7276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023360" y="15910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19110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for DB connectivity, pandas for data processing and analysis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2642616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642616"/>
            <a:ext cx="64008" cy="9601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688336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023360" y="27066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30266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app with Plotly charts for real-time flight insights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3758184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758184"/>
            <a:ext cx="64008" cy="9601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803904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023360" y="3822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advanced SQL queries covering JOINs, GROUP BY, CASE WHEN, subqueries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MySQL — 5 Core Tables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1554480" cy="1481328"/>
          </a:xfrm>
          <a:prstGeom prst="rect">
            <a:avLst/>
          </a:prstGeom>
          <a:solidFill>
            <a:srgbClr val="1E293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51560"/>
            <a:ext cx="155448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515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airports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iata (PK)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6733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name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19293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21854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country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20240" y="1051560"/>
            <a:ext cx="155448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1051560"/>
            <a:ext cx="15544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10515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1417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airport_id (PK)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11680" y="16733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icao_code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11680" y="19293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iata_code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011680" y="21854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latitude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11680" y="2441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longitude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0" y="1051560"/>
            <a:ext cx="1554480" cy="148132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1051560"/>
            <a:ext cx="15544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0515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aircraft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49040" y="1417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aircraft_id (PK)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49040" y="16733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registration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49040" y="19293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model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749040" y="21854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manufacturer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05840" y="3017520"/>
            <a:ext cx="1554480" cy="1993392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3017520"/>
            <a:ext cx="15544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0175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flights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3383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flight_id (PK)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97280" y="36393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flight_number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97280" y="38953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aircraft_reg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97280" y="4151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origin_iata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97280" y="4407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destination_iata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97280" y="46634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status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0" y="3017520"/>
            <a:ext cx="155448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3017520"/>
            <a:ext cx="15544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0175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airport_delays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20640" y="3383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delay_id (PK)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120640" y="36393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airport_iata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120640" y="38953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total_flights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20640" y="4151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delayed_flights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120640" y="4407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avg_delay_min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737360" y="2286000"/>
            <a:ext cx="0" cy="73152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474720" y="2286000"/>
            <a:ext cx="0" cy="73152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2560320" y="2286000"/>
            <a:ext cx="9144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SQL QUERIES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61872"/>
            <a:ext cx="475488" cy="475488"/>
          </a:xfrm>
          <a:prstGeom prst="ellipse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Flight Count per Aircraft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COUNT(*) with GROUP BY on aircraft_registration, ordered by total flights descending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2587752"/>
            <a:ext cx="475488" cy="475488"/>
          </a:xfrm>
          <a:prstGeom prst="ellipse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5877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Top 3 Destination Airports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7706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JOIN airports + flights, GROUP BY city/name, ORDER BY arriving_flights DESC LIMIT 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3913632"/>
            <a:ext cx="475488" cy="475488"/>
          </a:xfrm>
          <a:prstGeom prst="ellipse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913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3749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Domestic vs International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409651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CASE WHEN comparing country of origin vs destination across all flights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56048" y="1261872"/>
            <a:ext cx="475488" cy="475488"/>
          </a:xfrm>
          <a:prstGeom prst="ellipse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3212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Flights by Airline &amp; Status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14447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SUM(CASE WHEN status=...) pattern to pivot statuses (OnTime, Delayed, Cancelled)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3317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56048" y="2587752"/>
            <a:ext cx="475488" cy="475488"/>
          </a:xfrm>
          <a:prstGeom prst="ellipse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5877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32120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City Pairs by Aircraft Models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27706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Multiple DISTINCT model counts with HAVING COUNT &gt; 2 on grouped city pairs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56048" y="3913632"/>
            <a:ext cx="475488" cy="475488"/>
          </a:xfrm>
          <a:prstGeom prst="ellipse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913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32120" y="3749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Delay % by Destination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32120" y="409651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Computed delayed_percentage = (delayed / total) * 100, sorted highest first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</a:rPr>
              <a:t>4 Interactive Pages powered by Plotly + SQLAlchemy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371600"/>
            <a:ext cx="2057400" cy="3383280"/>
          </a:xfrm>
          <a:prstGeom prst="rect">
            <a:avLst/>
          </a:prstGeom>
          <a:solidFill>
            <a:srgbClr val="132347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371600"/>
            <a:ext cx="2057400" cy="6400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3716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🏠 Home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2103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KPI metrics (4 counters)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" y="285292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Status Pie Chart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2608" y="3602736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per Airport Bar Chart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95728" y="1371600"/>
            <a:ext cx="2057400" cy="3383280"/>
          </a:xfrm>
          <a:prstGeom prst="rect">
            <a:avLst/>
          </a:prstGeom>
          <a:solidFill>
            <a:srgbClr val="1323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95728" y="1371600"/>
            <a:ext cx="20574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3716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✈ Flights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05456" y="2103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Airline, Origin, Status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05456" y="285292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500-row data table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05456" y="3602736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as CSV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08576" y="1371600"/>
            <a:ext cx="2057400" cy="3383280"/>
          </a:xfrm>
          <a:prstGeom prst="rect">
            <a:avLst/>
          </a:prstGeom>
          <a:solidFill>
            <a:srgbClr val="13234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1371600"/>
            <a:ext cx="20574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3716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🛫 Airports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18304" y="2103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selector dropdown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18304" y="285292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visualization (lat/lon)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8304" y="3602736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flights histogram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21424" y="1371600"/>
            <a:ext cx="2057400" cy="3383280"/>
          </a:xfrm>
          <a:prstGeom prst="rect">
            <a:avLst/>
          </a:prstGeom>
          <a:solidFill>
            <a:srgbClr val="13234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21424" y="1371600"/>
            <a:ext cx="205740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13716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⏱ Delays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31152" y="2103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trend line chart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31152" y="285292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per airport/date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31152" y="3602736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flights bar chart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32004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Tools &amp; Technologies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used in this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749040" y="228600"/>
            <a:ext cx="5120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49040" y="228600"/>
            <a:ext cx="64008" cy="685800"/>
          </a:xfrm>
          <a:prstGeom prst="rect">
            <a:avLst/>
          </a:prstGeom>
          <a:solidFill>
            <a:srgbClr val="E8700A"/>
          </a:solidFill>
          <a:ln w="12700">
            <a:solidFill>
              <a:srgbClr val="E870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338328"/>
            <a:ext cx="457200" cy="457200"/>
          </a:xfrm>
          <a:prstGeom prst="ellipse">
            <a:avLst/>
          </a:prstGeom>
          <a:solidFill>
            <a:srgbClr val="E8700A">
              <a:alpha val="85000"/>
            </a:srgbClr>
          </a:solidFill>
          <a:ln w="12700">
            <a:solidFill>
              <a:srgbClr val="E87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6552" y="27432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MySQL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16552" y="57607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Relational database, schema design, SQL queries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49040" y="1005840"/>
            <a:ext cx="5120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49040" y="1005840"/>
            <a:ext cx="6400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1115568"/>
            <a:ext cx="457200" cy="457200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105156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Python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16552" y="135331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Backend scripting, data pipeline, ORM logic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49040" y="1783080"/>
            <a:ext cx="5120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1783080"/>
            <a:ext cx="64008" cy="6858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892808"/>
            <a:ext cx="457200" cy="457200"/>
          </a:xfrm>
          <a:prstGeom prst="ellipse">
            <a:avLst/>
          </a:prstGeom>
          <a:solidFill>
            <a:srgbClr val="FF4B4B">
              <a:alpha val="85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6552" y="182880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Streamlit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16552" y="21305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Web dashboard framework for rapid UI development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49040" y="2560320"/>
            <a:ext cx="5120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2560320"/>
            <a:ext cx="64008" cy="68580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2670048"/>
            <a:ext cx="457200" cy="457200"/>
          </a:xfrm>
          <a:prstGeom prst="ellipse">
            <a:avLst/>
          </a:prstGeom>
          <a:solidFill>
            <a:srgbClr val="3D52A0">
              <a:alpha val="85000"/>
            </a:srgbClr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6552" y="260604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Plotly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16552" y="290779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Interactive charts: pie, bar, line, histogram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49040" y="3337560"/>
            <a:ext cx="5120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49040" y="3337560"/>
            <a:ext cx="64008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3447288"/>
            <a:ext cx="457200" cy="45720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16552" y="338328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SQLAlchemy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16552" y="368503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Python ORM to connect and query MySQL database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49040" y="4114800"/>
            <a:ext cx="5120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49040" y="4114800"/>
            <a:ext cx="64008" cy="685800"/>
          </a:xfrm>
          <a:prstGeom prst="rect">
            <a:avLst/>
          </a:prstGeom>
          <a:solidFill>
            <a:srgbClr val="130654"/>
          </a:solidFill>
          <a:ln w="12700">
            <a:solidFill>
              <a:srgbClr val="13065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0" y="4224528"/>
            <a:ext cx="457200" cy="457200"/>
          </a:xfrm>
          <a:prstGeom prst="ellipse">
            <a:avLst/>
          </a:prstGeom>
          <a:solidFill>
            <a:srgbClr val="130654">
              <a:alpha val="85000"/>
            </a:srgbClr>
          </a:solidFill>
          <a:ln w="12700">
            <a:solidFill>
              <a:srgbClr val="1306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16552" y="4160520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Pandas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16552" y="446227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DataFrame manipulation and data transformation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SAMPLE DATA — AIRPORTS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/>
              <a:tblGrid>
                <a:gridCol w="914400"/>
                <a:gridCol w="2743200"/>
                <a:gridCol w="1645920"/>
                <a:gridCol w="201168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IATA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Airport Name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DXB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Dubai International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Dubai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UAE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SIN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Singapore Changi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Singapore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Singapore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LAX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Los Angeles Intl.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Los Angeles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USA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LHR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Heathrow Airport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London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United Kingdom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DEL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Indira Gandhi Intl.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Delhi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India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BOM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Chhatrapati Shivaji Intl.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Mumbai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India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CCU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Netaji Subhas Chandra Bose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Kolkata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India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BLR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Kempegowda Intl.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Bangalore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India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INSIGHTS &amp; OUTCOMES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1737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56DB"/>
                </a:solidFill>
              </a:rPr>
              <a:t>10+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645920" y="1170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Airports Tracked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Across India, UAE, Singapore, USA, UK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88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C3AED"/>
                </a:solidFill>
              </a:rPr>
              <a:t>11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080760" y="1170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SQL Queries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Covering JOINs, CASE WHEN, subqueries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17520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004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</a:rPr>
              <a:t>4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645920" y="31821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Dashboard Pages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3657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Home, Flights, Airports, Delays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1752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2004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</a:rPr>
              <a:t>5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080760" y="31821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DB Tables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80760" y="3657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Normalized relational schema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3570">
              <a:alpha val="60000"/>
            </a:srgbClr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D4ED8">
              <a:alpha val="5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500" kern="0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01168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3C5FD"/>
                </a:solidFill>
              </a:rPr>
              <a:t>Air Tracker — Flight Management &amp; Analytics 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Built with  MySQL  •  Python  •  Streamlit  •  Plotly  •  SQLAlchemy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35661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3B82F6"/>
                </a:solidFill>
              </a:rPr>
              <a:t>✈</a:t>
            </a:r>
            <a:endParaRPr lang="en-US" sz="5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Tracker - Flight Management System</dc:title>
  <dc:subject>PptxGenJS Presentation</dc:subject>
  <dc:creator>PptxGenJS</dc:creator>
  <cp:lastModifiedBy>PptxGenJS</cp:lastModifiedBy>
  <cp:revision>1</cp:revision>
  <dcterms:created xsi:type="dcterms:W3CDTF">2026-03-13T20:26:37Z</dcterms:created>
  <dcterms:modified xsi:type="dcterms:W3CDTF">2026-03-13T20:26:37Z</dcterms:modified>
</cp:coreProperties>
</file>